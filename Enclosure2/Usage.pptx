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34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CCFE2-850E-D432-CA3A-6A4E1C7A9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EDA372-C7EF-3254-C52C-F4B64891D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CE988-FC96-F7DB-B484-8E8405E5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DA1C9F-2386-9020-F716-D5584F91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57AF1-DF4D-668E-2E9F-638F0FE1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787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1A551-C2FA-F6B4-8455-2388321A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90931D-58E4-F4FE-0297-1EF029DCC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C121F7-9455-B5E7-E81F-C2B36591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5B1334-53FF-BAD7-BFD4-A0F46002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38CB8C-EEA1-3893-5AA6-67C50F1A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87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77A00-B159-2AA3-4724-5A6F696B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21DFCC-328A-04AA-1053-E8F98447C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E70B04-47F6-0E77-8ADE-A7E15E5C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F98184-BDD2-6FA2-A192-1889AEFB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7E41FF-FD59-4933-13E6-82744977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10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A59BD-BB3C-8948-172B-C209AA95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2B3C5-5420-C63A-7F61-3CBBE4336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B4BA4-499B-D241-1B27-ACAB2BD76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5BFF31-3BAB-CB32-1D13-A27832190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783327-A100-3D45-2DD1-1711701F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AB33B4-2F5A-9705-5CA0-D8BE9631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07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BBC8-60F3-6F2A-4B7A-D80D6E29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848E58-8C0A-67FB-EBFD-481AE2B06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2FA33D-5015-F6E0-6580-BAAF88313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44A105-AB30-6F0B-BA1C-651C8A8F2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5C5678C-9BFF-8EC2-4382-57404EB4B1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413EF2A-7CDE-8600-D4C8-A108A0AC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2D3E3D1-ACF1-A393-0C8E-1BC0C8CD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24456D-16E7-C803-DBBE-26522126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6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ED3FA-4A6D-B244-DBAD-6725E26D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7D47D1-E272-BB20-4A83-CC5BCBD5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BBF6B6-81E9-FD7D-3886-67A3FBB5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BFED8A-4278-FAB4-D15B-F739B7AB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05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C8CCA9-C8FC-12BF-35B8-C402B0513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F13857-72B0-2A69-ADA8-899B59DA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0867FE-733D-F803-41EE-A922D902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3A164-45AE-04D2-F9D5-F5656951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A4DA8F-71B2-E1D3-5EF3-CD680956B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6478F8-AC9B-EF85-EE34-B4E63D46C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ECC94-6C4D-6D77-DDCB-1CD59431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284BB6-92A5-37E1-CD98-128FEE5DC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767FD2-A3C6-CC7A-7565-C529D587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48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01CD3-88B2-2DB5-88FE-8E078121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3FEEBF-797F-A3CA-4D5A-E91324FA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68688E-A0E1-46D7-5110-9A8624B15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1C385-80D2-8AD6-6B00-EEC958A6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635FBD-766C-933C-C846-87867B153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FF65FD-FA88-F204-9D43-8BEAC2D1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8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BF4E6-5C0D-C44A-2CD4-AF56A99E2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A15D30-85A5-218D-02F7-EE67473C6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1EA961-3655-D686-29B0-4DEB8705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5D747-F765-43BE-E374-37E37A01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6078A-7184-3B04-1BE0-B49624D3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71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40FF8B-D286-CE4A-F541-B3D8C7C44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BD7FE1-AB85-FD35-7727-7ADB77907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B2EAA-84F2-0644-0371-9F8A80FA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B396D-4411-145A-8E52-126A9060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8C9FA-418A-7FEB-DF52-A834CBA91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99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5031DF-EAFA-CF5F-F5D2-F7FF306F4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CBB515-36B7-B067-381F-D7EEA2F70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93539C-F9DF-5472-D558-27979AC03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E7BD4-52C4-41CA-8030-1CFD812CBBF2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4CFFBC-379B-1775-C759-CD7E31A8A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27D05-2D5B-EAA0-984F-10C051A6A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22740-F9DA-4FAC-AD60-47B939A6E1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156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054DF-2294-DC7C-5969-AFB95479D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3557F0-14C9-0E0B-3AE2-B67975077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81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4B3602-83A4-701A-97CA-28546C10A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43" y="0"/>
            <a:ext cx="7657913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8F4B2A0-FBD4-0CCA-73E3-AE31EA4CBF1B}"/>
              </a:ext>
            </a:extLst>
          </p:cNvPr>
          <p:cNvSpPr/>
          <p:nvPr/>
        </p:nvSpPr>
        <p:spPr>
          <a:xfrm>
            <a:off x="3397207" y="1217182"/>
            <a:ext cx="2028637" cy="502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220 AC to 28 DC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DBB8EE-CDB4-E63F-E9A5-21527AEB49AF}"/>
              </a:ext>
            </a:extLst>
          </p:cNvPr>
          <p:cNvSpPr/>
          <p:nvPr/>
        </p:nvSpPr>
        <p:spPr>
          <a:xfrm>
            <a:off x="5886071" y="1214153"/>
            <a:ext cx="2028637" cy="502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220 AC to 5 DC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DCC9E9-728C-ECF6-52D9-0C1CEB5F1333}"/>
              </a:ext>
            </a:extLst>
          </p:cNvPr>
          <p:cNvSpPr/>
          <p:nvPr/>
        </p:nvSpPr>
        <p:spPr>
          <a:xfrm>
            <a:off x="8066099" y="314894"/>
            <a:ext cx="1162680" cy="10597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220 AC (Noise Filter)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00C8C0-76E9-29EE-633D-495456AF8A79}"/>
              </a:ext>
            </a:extLst>
          </p:cNvPr>
          <p:cNvSpPr/>
          <p:nvPr/>
        </p:nvSpPr>
        <p:spPr>
          <a:xfrm>
            <a:off x="4003891" y="314894"/>
            <a:ext cx="1162680" cy="24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vent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ADAC55-A401-0C65-2566-DF7776E74BA6}"/>
              </a:ext>
            </a:extLst>
          </p:cNvPr>
          <p:cNvSpPr/>
          <p:nvPr/>
        </p:nvSpPr>
        <p:spPr>
          <a:xfrm>
            <a:off x="6095999" y="314894"/>
            <a:ext cx="1162680" cy="24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vent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2B82BD1-9885-E7A6-45BB-7407990A4ED3}"/>
              </a:ext>
            </a:extLst>
          </p:cNvPr>
          <p:cNvCxnSpPr/>
          <p:nvPr/>
        </p:nvCxnSpPr>
        <p:spPr>
          <a:xfrm>
            <a:off x="6677339" y="2282972"/>
            <a:ext cx="1970100" cy="167740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817360B-7092-AB33-290B-1937D95878B9}"/>
              </a:ext>
            </a:extLst>
          </p:cNvPr>
          <p:cNvCxnSpPr>
            <a:cxnSpLocks/>
          </p:cNvCxnSpPr>
          <p:nvPr/>
        </p:nvCxnSpPr>
        <p:spPr>
          <a:xfrm flipH="1">
            <a:off x="3489960" y="2189480"/>
            <a:ext cx="738601" cy="1132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75E171-CB47-14CE-2D4F-1692351E3818}"/>
              </a:ext>
            </a:extLst>
          </p:cNvPr>
          <p:cNvSpPr/>
          <p:nvPr/>
        </p:nvSpPr>
        <p:spPr>
          <a:xfrm>
            <a:off x="7070500" y="2189480"/>
            <a:ext cx="701478" cy="263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5 DC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9613EAC-836A-ACD1-6894-289FE0999DCB}"/>
              </a:ext>
            </a:extLst>
          </p:cNvPr>
          <p:cNvCxnSpPr>
            <a:cxnSpLocks/>
          </p:cNvCxnSpPr>
          <p:nvPr/>
        </p:nvCxnSpPr>
        <p:spPr>
          <a:xfrm flipH="1">
            <a:off x="4055841" y="2189480"/>
            <a:ext cx="172720" cy="1132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BAC9367D-2829-097E-EBC5-41A3ED8946F7}"/>
              </a:ext>
            </a:extLst>
          </p:cNvPr>
          <p:cNvCxnSpPr>
            <a:cxnSpLocks/>
          </p:cNvCxnSpPr>
          <p:nvPr/>
        </p:nvCxnSpPr>
        <p:spPr>
          <a:xfrm>
            <a:off x="4228561" y="2189480"/>
            <a:ext cx="439959" cy="1132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06B33D3-9317-2AB0-1F3C-FF61D4AFAACD}"/>
              </a:ext>
            </a:extLst>
          </p:cNvPr>
          <p:cNvCxnSpPr>
            <a:cxnSpLocks/>
          </p:cNvCxnSpPr>
          <p:nvPr/>
        </p:nvCxnSpPr>
        <p:spPr>
          <a:xfrm>
            <a:off x="4228561" y="2189480"/>
            <a:ext cx="1027809" cy="1132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5181845-810A-1DCB-E04F-8BD8E4EC1856}"/>
              </a:ext>
            </a:extLst>
          </p:cNvPr>
          <p:cNvCxnSpPr>
            <a:cxnSpLocks/>
          </p:cNvCxnSpPr>
          <p:nvPr/>
        </p:nvCxnSpPr>
        <p:spPr>
          <a:xfrm>
            <a:off x="4228561" y="2189480"/>
            <a:ext cx="1573317" cy="11328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6C0EF04-4D51-3E98-518C-DCD91E0EC1C6}"/>
              </a:ext>
            </a:extLst>
          </p:cNvPr>
          <p:cNvCxnSpPr>
            <a:cxnSpLocks/>
          </p:cNvCxnSpPr>
          <p:nvPr/>
        </p:nvCxnSpPr>
        <p:spPr>
          <a:xfrm>
            <a:off x="4228561" y="2186451"/>
            <a:ext cx="2187479" cy="113586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451A4BE-FE27-AA01-9196-DE99024ADA2B}"/>
              </a:ext>
            </a:extLst>
          </p:cNvPr>
          <p:cNvCxnSpPr>
            <a:cxnSpLocks/>
          </p:cNvCxnSpPr>
          <p:nvPr/>
        </p:nvCxnSpPr>
        <p:spPr>
          <a:xfrm>
            <a:off x="4228561" y="2183422"/>
            <a:ext cx="2771679" cy="113889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AC46473-0B03-ACBB-AE4B-BABEF1A0275D}"/>
              </a:ext>
            </a:extLst>
          </p:cNvPr>
          <p:cNvCxnSpPr>
            <a:cxnSpLocks/>
          </p:cNvCxnSpPr>
          <p:nvPr/>
        </p:nvCxnSpPr>
        <p:spPr>
          <a:xfrm>
            <a:off x="4228561" y="2180393"/>
            <a:ext cx="3340639" cy="11419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7040477-0F39-475C-C688-072FCF4CA4AE}"/>
              </a:ext>
            </a:extLst>
          </p:cNvPr>
          <p:cNvSpPr/>
          <p:nvPr/>
        </p:nvSpPr>
        <p:spPr>
          <a:xfrm>
            <a:off x="4816190" y="2049979"/>
            <a:ext cx="878489" cy="263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28 DC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75659263-3C33-6F04-B2FF-AAAD3FA38E7E}"/>
              </a:ext>
            </a:extLst>
          </p:cNvPr>
          <p:cNvCxnSpPr/>
          <p:nvPr/>
        </p:nvCxnSpPr>
        <p:spPr>
          <a:xfrm>
            <a:off x="3652520" y="3322320"/>
            <a:ext cx="817880" cy="2311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56399EB8-0017-1EEC-D088-4DA2CE83FD18}"/>
              </a:ext>
            </a:extLst>
          </p:cNvPr>
          <p:cNvCxnSpPr>
            <a:cxnSpLocks/>
          </p:cNvCxnSpPr>
          <p:nvPr/>
        </p:nvCxnSpPr>
        <p:spPr>
          <a:xfrm>
            <a:off x="4187268" y="3322320"/>
            <a:ext cx="541048" cy="2311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2A30250-9F69-C114-1F45-1ED80F8224B9}"/>
              </a:ext>
            </a:extLst>
          </p:cNvPr>
          <p:cNvCxnSpPr>
            <a:cxnSpLocks/>
          </p:cNvCxnSpPr>
          <p:nvPr/>
        </p:nvCxnSpPr>
        <p:spPr>
          <a:xfrm>
            <a:off x="4769609" y="3286760"/>
            <a:ext cx="222663" cy="2346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F130AD0-CF2D-0393-CD42-9099C64906DD}"/>
              </a:ext>
            </a:extLst>
          </p:cNvPr>
          <p:cNvCxnSpPr>
            <a:cxnSpLocks/>
          </p:cNvCxnSpPr>
          <p:nvPr/>
        </p:nvCxnSpPr>
        <p:spPr>
          <a:xfrm flipH="1">
            <a:off x="5156104" y="3286760"/>
            <a:ext cx="192082" cy="228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893E223-555C-73C2-57D5-01A19D63F08F}"/>
              </a:ext>
            </a:extLst>
          </p:cNvPr>
          <p:cNvCxnSpPr>
            <a:cxnSpLocks/>
          </p:cNvCxnSpPr>
          <p:nvPr/>
        </p:nvCxnSpPr>
        <p:spPr>
          <a:xfrm>
            <a:off x="5932683" y="3246120"/>
            <a:ext cx="48020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9B976F3-8335-1CDE-BDF2-4DC1510D4AC2}"/>
              </a:ext>
            </a:extLst>
          </p:cNvPr>
          <p:cNvCxnSpPr>
            <a:cxnSpLocks/>
          </p:cNvCxnSpPr>
          <p:nvPr/>
        </p:nvCxnSpPr>
        <p:spPr>
          <a:xfrm flipH="1">
            <a:off x="6316987" y="3246120"/>
            <a:ext cx="200142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8442523A-2A8B-364C-A0E7-68A07959E41F}"/>
              </a:ext>
            </a:extLst>
          </p:cNvPr>
          <p:cNvCxnSpPr>
            <a:cxnSpLocks/>
          </p:cNvCxnSpPr>
          <p:nvPr/>
        </p:nvCxnSpPr>
        <p:spPr>
          <a:xfrm flipH="1">
            <a:off x="6677339" y="3246120"/>
            <a:ext cx="477302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5CB1E61-C448-FC82-F65A-445078DE6036}"/>
              </a:ext>
            </a:extLst>
          </p:cNvPr>
          <p:cNvCxnSpPr>
            <a:cxnSpLocks/>
          </p:cNvCxnSpPr>
          <p:nvPr/>
        </p:nvCxnSpPr>
        <p:spPr>
          <a:xfrm flipH="1">
            <a:off x="7027077" y="3246120"/>
            <a:ext cx="672928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71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1B6D0-8E05-C2F5-B29D-413FAAC2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D25AE2-25D3-949E-28DA-84881BB4B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043" y="0"/>
            <a:ext cx="7657913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4CB9915-ECDC-BC98-1379-7C5D18A55AE1}"/>
              </a:ext>
            </a:extLst>
          </p:cNvPr>
          <p:cNvSpPr/>
          <p:nvPr/>
        </p:nvSpPr>
        <p:spPr>
          <a:xfrm>
            <a:off x="4003891" y="314894"/>
            <a:ext cx="1162680" cy="24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vent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08ED98-0FA3-0556-0D47-3B4F63559283}"/>
              </a:ext>
            </a:extLst>
          </p:cNvPr>
          <p:cNvSpPr/>
          <p:nvPr/>
        </p:nvSpPr>
        <p:spPr>
          <a:xfrm>
            <a:off x="6095999" y="314894"/>
            <a:ext cx="1162680" cy="24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vent</a:t>
            </a:r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4CAE83-EBA1-56CB-452C-8C2988B65F8A}"/>
              </a:ext>
            </a:extLst>
          </p:cNvPr>
          <p:cNvCxnSpPr>
            <a:cxnSpLocks/>
          </p:cNvCxnSpPr>
          <p:nvPr/>
        </p:nvCxnSpPr>
        <p:spPr>
          <a:xfrm flipH="1" flipV="1">
            <a:off x="3489960" y="3322320"/>
            <a:ext cx="4328160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B9E7300-4B36-84C1-D61E-CEDCE61179F0}"/>
              </a:ext>
            </a:extLst>
          </p:cNvPr>
          <p:cNvCxnSpPr>
            <a:cxnSpLocks/>
          </p:cNvCxnSpPr>
          <p:nvPr/>
        </p:nvCxnSpPr>
        <p:spPr>
          <a:xfrm flipH="1" flipV="1">
            <a:off x="4055841" y="3322320"/>
            <a:ext cx="3762279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48F4A20-E55C-2D0A-6A3B-B917C34F5579}"/>
              </a:ext>
            </a:extLst>
          </p:cNvPr>
          <p:cNvCxnSpPr>
            <a:cxnSpLocks/>
          </p:cNvCxnSpPr>
          <p:nvPr/>
        </p:nvCxnSpPr>
        <p:spPr>
          <a:xfrm flipH="1" flipV="1">
            <a:off x="4668520" y="3322320"/>
            <a:ext cx="3149600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C45F111-FF60-8CE6-DAF4-002F28618AD0}"/>
              </a:ext>
            </a:extLst>
          </p:cNvPr>
          <p:cNvCxnSpPr>
            <a:cxnSpLocks/>
          </p:cNvCxnSpPr>
          <p:nvPr/>
        </p:nvCxnSpPr>
        <p:spPr>
          <a:xfrm flipH="1" flipV="1">
            <a:off x="5256370" y="3322320"/>
            <a:ext cx="2561750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AEADB2C-2563-F4B0-2D73-57E59A97BFE0}"/>
              </a:ext>
            </a:extLst>
          </p:cNvPr>
          <p:cNvCxnSpPr>
            <a:cxnSpLocks/>
          </p:cNvCxnSpPr>
          <p:nvPr/>
        </p:nvCxnSpPr>
        <p:spPr>
          <a:xfrm flipH="1" flipV="1">
            <a:off x="5801878" y="3322320"/>
            <a:ext cx="2016242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807ED44-5EEC-834A-E5EF-CE34DA441B5A}"/>
              </a:ext>
            </a:extLst>
          </p:cNvPr>
          <p:cNvCxnSpPr>
            <a:cxnSpLocks/>
          </p:cNvCxnSpPr>
          <p:nvPr/>
        </p:nvCxnSpPr>
        <p:spPr>
          <a:xfrm flipH="1" flipV="1">
            <a:off x="6416040" y="3322320"/>
            <a:ext cx="1402080" cy="260096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4459025-646D-3672-95C9-96B6202519AE}"/>
              </a:ext>
            </a:extLst>
          </p:cNvPr>
          <p:cNvCxnSpPr>
            <a:cxnSpLocks/>
          </p:cNvCxnSpPr>
          <p:nvPr/>
        </p:nvCxnSpPr>
        <p:spPr>
          <a:xfrm flipH="1" flipV="1">
            <a:off x="7000240" y="3322320"/>
            <a:ext cx="817880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FAD660F1-0D3A-92B1-D78C-9D38EAAB8C1A}"/>
              </a:ext>
            </a:extLst>
          </p:cNvPr>
          <p:cNvCxnSpPr>
            <a:cxnSpLocks/>
          </p:cNvCxnSpPr>
          <p:nvPr/>
        </p:nvCxnSpPr>
        <p:spPr>
          <a:xfrm flipH="1" flipV="1">
            <a:off x="7569200" y="3322320"/>
            <a:ext cx="248920" cy="2636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7D6F771-42F4-664E-CD05-66C317090855}"/>
              </a:ext>
            </a:extLst>
          </p:cNvPr>
          <p:cNvCxnSpPr/>
          <p:nvPr/>
        </p:nvCxnSpPr>
        <p:spPr>
          <a:xfrm>
            <a:off x="3652520" y="3322320"/>
            <a:ext cx="817880" cy="2311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F1335CD9-513E-8FD3-E76A-9D558B872A83}"/>
              </a:ext>
            </a:extLst>
          </p:cNvPr>
          <p:cNvCxnSpPr>
            <a:cxnSpLocks/>
          </p:cNvCxnSpPr>
          <p:nvPr/>
        </p:nvCxnSpPr>
        <p:spPr>
          <a:xfrm>
            <a:off x="4187268" y="3322320"/>
            <a:ext cx="541048" cy="2311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E93DA75-7C16-C0DA-86A7-0C88FB55037B}"/>
              </a:ext>
            </a:extLst>
          </p:cNvPr>
          <p:cNvCxnSpPr>
            <a:cxnSpLocks/>
          </p:cNvCxnSpPr>
          <p:nvPr/>
        </p:nvCxnSpPr>
        <p:spPr>
          <a:xfrm>
            <a:off x="4769609" y="3286760"/>
            <a:ext cx="222663" cy="2346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B1813D1-1595-C179-7FB9-DF4896C0288D}"/>
              </a:ext>
            </a:extLst>
          </p:cNvPr>
          <p:cNvCxnSpPr>
            <a:cxnSpLocks/>
          </p:cNvCxnSpPr>
          <p:nvPr/>
        </p:nvCxnSpPr>
        <p:spPr>
          <a:xfrm flipH="1">
            <a:off x="5156104" y="3286760"/>
            <a:ext cx="192082" cy="228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C30D01A-0C6E-A932-49E6-1E01DDB944C0}"/>
              </a:ext>
            </a:extLst>
          </p:cNvPr>
          <p:cNvCxnSpPr>
            <a:cxnSpLocks/>
          </p:cNvCxnSpPr>
          <p:nvPr/>
        </p:nvCxnSpPr>
        <p:spPr>
          <a:xfrm>
            <a:off x="5932683" y="3246120"/>
            <a:ext cx="48020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9F64792-4085-3A6F-135F-01D0EB7CA810}"/>
              </a:ext>
            </a:extLst>
          </p:cNvPr>
          <p:cNvCxnSpPr>
            <a:cxnSpLocks/>
          </p:cNvCxnSpPr>
          <p:nvPr/>
        </p:nvCxnSpPr>
        <p:spPr>
          <a:xfrm flipH="1">
            <a:off x="6316987" y="3246120"/>
            <a:ext cx="200142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BB4ADBA-1D63-0EA7-50E7-9317B9386267}"/>
              </a:ext>
            </a:extLst>
          </p:cNvPr>
          <p:cNvCxnSpPr>
            <a:cxnSpLocks/>
          </p:cNvCxnSpPr>
          <p:nvPr/>
        </p:nvCxnSpPr>
        <p:spPr>
          <a:xfrm flipH="1">
            <a:off x="6677339" y="3246120"/>
            <a:ext cx="477302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4B5BCBD-9B40-F1B2-CF6E-CF38E1E470F8}"/>
              </a:ext>
            </a:extLst>
          </p:cNvPr>
          <p:cNvCxnSpPr>
            <a:cxnSpLocks/>
          </p:cNvCxnSpPr>
          <p:nvPr/>
        </p:nvCxnSpPr>
        <p:spPr>
          <a:xfrm flipH="1">
            <a:off x="7027077" y="3246120"/>
            <a:ext cx="672928" cy="232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216C09-11BF-2205-FF02-8A639E299D60}"/>
              </a:ext>
            </a:extLst>
          </p:cNvPr>
          <p:cNvSpPr/>
          <p:nvPr/>
        </p:nvSpPr>
        <p:spPr>
          <a:xfrm>
            <a:off x="7827872" y="5369863"/>
            <a:ext cx="878489" cy="263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altLang="ko-KR">
                <a:solidFill>
                  <a:schemeClr val="tx1"/>
                </a:solidFill>
              </a:rPr>
              <a:t>28 DC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26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26</Words>
  <Application>Microsoft Office PowerPoint</Application>
  <PresentationFormat>와이드스크린</PresentationFormat>
  <Paragraphs>10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Jeonghyun</dc:creator>
  <cp:lastModifiedBy>Park, Jeonghyun</cp:lastModifiedBy>
  <cp:revision>12</cp:revision>
  <dcterms:created xsi:type="dcterms:W3CDTF">2025-12-08T18:55:29Z</dcterms:created>
  <dcterms:modified xsi:type="dcterms:W3CDTF">2025-12-08T19:01:43Z</dcterms:modified>
</cp:coreProperties>
</file>